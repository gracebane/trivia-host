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 which year did the Berlin Wall fall?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Carol's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Answer: 1989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 November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