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What is the capital of Australia?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Answer: Canberra   (a one-slide deck: the app sees a question with no answer slide)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