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Which country has the most time zones?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Hint: it isn't Russia or the USA</a:t>
            </a:r>
          </a:p>
          <a:p>
            <a:pPr>
              <a:defRPr sz="1800"/>
            </a:pPr>
            <a:r>
              <a:t>(this middle slide is dropped by the collate; first and last are kept)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Answer: France</a:t>
            </a:r>
          </a:p>
          <a:p>
            <a:pPr>
              <a:defRPr sz="2200"/>
            </a:pPr>
            <a:r>
              <a:t>12 time zones, thanks to its overseas territories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