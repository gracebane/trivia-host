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72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Reilly Birthday Trivia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14500"/>
            <a:ext cx="1072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/>
            </a:pPr>
            <a:r>
              <a:t>1.  Carol</a:t>
            </a:r>
          </a:p>
          <a:p>
            <a:pPr>
              <a:defRPr sz="2400"/>
            </a:pPr>
            <a:r>
              <a:t>2.  Frank</a:t>
            </a:r>
          </a:p>
          <a:p>
            <a:pPr>
              <a:defRPr sz="2400"/>
            </a:pPr>
            <a:r>
              <a:t>3.  Grace</a:t>
            </a:r>
          </a:p>
          <a:p>
            <a:pPr>
              <a:defRPr sz="2400"/>
            </a:pPr>
            <a:r>
              <a:t>4.  Dave</a:t>
            </a:r>
          </a:p>
          <a:p>
            <a:pPr>
              <a:defRPr sz="2400"/>
            </a:pPr>
            <a:r>
              <a:t>5.  Alice</a:t>
            </a:r>
          </a:p>
          <a:p>
            <a:pPr>
              <a:defRPr sz="2400"/>
            </a:pPr>
            <a:r>
              <a:t>6.  Bob</a:t>
            </a:r>
          </a:p>
          <a:p>
            <a:pPr>
              <a:defRPr sz="2400"/>
            </a:pPr>
            <a:r>
              <a:t>7.  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72200"/>
            <a:ext cx="1072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999999"/>
                </a:solidFill>
              </a:defRPr>
            </a:pPr>
            <a:r>
              <a:t>Reilly Birthday Mode · Carol 2–3 · Frank 4 · Grace 5–6 · Dave 7–8 · Alice 9–10 · Bob 11–12 · Eve 13–14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15100"/>
            <a:ext cx="1072896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BBBBBB"/>
                </a:solidFill>
              </a:defRPr>
            </a:pPr>
            <a:r>
              <a:t>order random seed 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sz="3600"/>
              <a:t>In which year did the Berlin Wall fall?</a:t>
            </a:r>
          </a:p>
        </p:txBody>
      </p:sp>
      <p:sp>
        <p:nvSpPr>
          <p:cNvPr id="3" name="Subtitle 2"/>
          <p:cNvSpPr>
            <a:spLocks noGrp="1"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/>
          <a:p>
            <a:r>
              <a:rPr sz="2000"/>
              <a:t>Carol's question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sz="3600"/>
              <a:t>Answer: 1989</a:t>
            </a:r>
          </a:p>
        </p:txBody>
      </p:sp>
      <p:sp>
        <p:nvSpPr>
          <p:cNvPr id="3" name="Subtitle 2"/>
          <p:cNvSpPr>
            <a:spLocks noGrp="1"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/>
          <a:p>
            <a:r>
              <a:rPr sz="2000"/>
              <a:t>9 November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/>
            </a:pPr>
            <a:r>
              <a:t>What is the capital of Australia?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Answer: Canberra   (a one-slide deck: the app sees a question with no answer slide)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Which country has the most time zones?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Answer: France</a:t>
            </a:r>
          </a:p>
          <a:p>
            <a:pPr>
              <a:defRPr sz="2200"/>
            </a:pPr>
            <a:r>
              <a:t>12 time zones, thanks to its overseas territories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Who is this, in EGA?</a:t>
            </a:r>
          </a:p>
        </p:txBody>
      </p:sp>
      <p:pic>
        <p:nvPicPr>
          <p:cNvPr id="3" name="Picture 2" descr="ummbazinga.ega-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11680"/>
            <a:ext cx="2741059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Answer: John, at a bar, holding a shot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Which planet has the most moons?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Answer: Saturn</a:t>
            </a:r>
          </a:p>
          <a:p>
            <a:pPr>
              <a:defRPr sz="2200"/>
            </a:pPr>
            <a:r>
              <a:t>146 confirmed as of 2023, overtaking Jupiter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4080" y="9144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B41E1E"/>
                </a:solidFill>
              </a:defRPr>
            </a:pPr>
            <a:r>
              <a:t>What is the only letter that does not appear in any US state name?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164080" y="91440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B41E1E"/>
                </a:solidFill>
              </a:defRPr>
            </a:pPr>
            <a:r>
              <a:t>Answer: 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How many hearts does an octopus have?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t>Answer: three</a:t>
            </a:r>
          </a:p>
          <a:p>
            <a:pPr>
              <a:defRPr sz="2200"/>
            </a:pPr>
            <a:r>
              <a:t>Two pump blood through the gills, one through the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