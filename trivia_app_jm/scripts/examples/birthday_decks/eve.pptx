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How many hearts does an octopus have?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Answer: three</a:t>
            </a:r>
          </a:p>
          <a:p>
            <a:pPr>
              <a:defRPr sz="2200"/>
            </a:pPr>
            <a:r>
              <a:t>Two pump blood through the gills, one through the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